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914400"/>
            <a:ext cx="5486400" cy="5486400"/>
          </a:xfrm>
          <a:prstGeom prst="ellipse">
            <a:avLst/>
          </a:prstGeom>
          <a:solidFill>
            <a:srgbClr val="FF98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海南7天深度游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t>阳光 · 沙滩 · 美食 · 热带风情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9688"/>
                </a:solidFill>
              </a:defRPr>
            </a:pPr>
            <a:r>
              <a:t>🗺️ 7天行程概览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0972800" cy="1097280"/>
          </a:xfrm>
          <a:prstGeom prst="roundRect">
            <a:avLst/>
          </a:prstGeom>
          <a:solidFill>
            <a:srgbClr val="009688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188720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Day 1-2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5544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88"/>
                </a:solidFill>
              </a:defRPr>
            </a:pPr>
            <a:r>
              <a:t>海口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6916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骑楼老街 | 省博物馆 | 夜市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43200"/>
            <a:ext cx="10972800" cy="1097280"/>
          </a:xfrm>
          <a:prstGeom prst="roundRect">
            <a:avLst/>
          </a:prstGeom>
          <a:solidFill>
            <a:srgbClr val="FF9800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971800"/>
            <a:ext cx="1188720" cy="6400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Day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9260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9800"/>
                </a:solidFill>
              </a:defRPr>
            </a:pPr>
            <a:r>
              <a:t>文昌→博鳌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632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航天城 | 东郊椰林 | 博鳌论坛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10972800" cy="1097280"/>
          </a:xfrm>
          <a:prstGeom prst="roundRect">
            <a:avLst/>
          </a:prstGeom>
          <a:solidFill>
            <a:srgbClr val="FF5722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4343400"/>
            <a:ext cx="1188720" cy="64008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Day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2976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5722"/>
                </a:solidFill>
              </a:defRPr>
            </a:pPr>
            <a:r>
              <a:t>万宁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4348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日月湾冲浪 | 石梅湾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486400"/>
            <a:ext cx="10972800" cy="1097280"/>
          </a:xfrm>
          <a:prstGeom prst="roundRect">
            <a:avLst/>
          </a:prstGeom>
          <a:solidFill>
            <a:srgbClr val="E91E63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5715000"/>
            <a:ext cx="1188720" cy="64008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76072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Day 5-7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6692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91E63"/>
                </a:solidFill>
              </a:defRPr>
            </a:pPr>
            <a:r>
              <a:t>三亚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806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蜈支洲 | 南山 | 天涯海角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1097280" cy="5486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t>抵达海口 | 骑楼老街漫步</a:t>
            </a:r>
          </a:p>
        </p:txBody>
      </p:sp>
      <p:pic>
        <p:nvPicPr>
          <p:cNvPr id="7" name="Picture 6" descr="hainan_im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335070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675120" y="1188720"/>
            <a:ext cx="5394960" cy="4023360"/>
          </a:xfrm>
          <a:prstGeom prst="rect">
            <a:avLst/>
          </a:prstGeom>
          <a:noFill/>
          <a:ln w="381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上午/中午：抵达海口美兰机场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下午：骑楼老街，感受南洋风情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晚上：海大南门夜市，品尝海南粉、清补凉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住宿：海口市区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1097280" cy="5486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DAY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t>海口文化游 | 博物馆与古迹</a:t>
            </a:r>
          </a:p>
        </p:txBody>
      </p:sp>
      <p:pic>
        <p:nvPicPr>
          <p:cNvPr id="7" name="Picture 6" descr="hainan_im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335070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675120" y="1188720"/>
            <a:ext cx="5394960" cy="4023360"/>
          </a:xfrm>
          <a:prstGeom prst="rect">
            <a:avLst/>
          </a:prstGeom>
          <a:noFill/>
          <a:ln w="381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上午：海南省博物馆，了解海南历史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下午：五公祠 + 海口钟楼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晚上：万绿园散步，世纪大桥看夜景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住宿：海口市区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1097280" cy="5486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DAY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t>文昌→博鳌 | 航天与椰林</a:t>
            </a:r>
          </a:p>
        </p:txBody>
      </p:sp>
      <p:pic>
        <p:nvPicPr>
          <p:cNvPr id="7" name="Picture 6" descr="hainan_im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335070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675120" y="1188720"/>
            <a:ext cx="5394960" cy="4023360"/>
          </a:xfrm>
          <a:prstGeom prst="rect">
            <a:avLst/>
          </a:prstGeom>
          <a:noFill/>
          <a:ln w="381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上午：文昌航天发射中心参观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中午：品尝正宗文昌鸡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下午：东郊椰林，椰子大观园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傍晚：抵达博鳌，海边看日落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住宿：博鳌镇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1097280" cy="54864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DAY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t>万宁 | 冲浪圣地</a:t>
            </a:r>
          </a:p>
        </p:txBody>
      </p:sp>
      <p:pic>
        <p:nvPicPr>
          <p:cNvPr id="7" name="Picture 6" descr="hainan_img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335070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675120" y="1188720"/>
            <a:ext cx="5394960" cy="4023360"/>
          </a:xfrm>
          <a:prstGeom prst="rect">
            <a:avLst/>
          </a:prstGeom>
          <a:noFill/>
          <a:ln w="381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上午：博鳌亚洲论坛永久会址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中午：博鳌小镇午餐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下午：前往万宁日月湾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傍晚：冲浪体验或海边漫步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住宿：万宁石梅湾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1097280" cy="54864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DAY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t>万宁→三亚 | 热带风情</a:t>
            </a:r>
          </a:p>
        </p:txBody>
      </p:sp>
      <p:pic>
        <p:nvPicPr>
          <p:cNvPr id="7" name="Picture 6" descr="hainan_img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28226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675120" y="1188720"/>
            <a:ext cx="5394960" cy="4023360"/>
          </a:xfrm>
          <a:prstGeom prst="rect">
            <a:avLst/>
          </a:prstGeom>
          <a:noFill/>
          <a:ln w="381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上午：兴隆热带植物园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中午：品尝兴隆咖啡+东南亚风味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下午：前往三亚（约1.5小时）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晚上：第一市场海鲜大餐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住宿：三亚湾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1097280" cy="54864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DAY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t>三亚海岛游 | 蜈支洲岛</a:t>
            </a:r>
          </a:p>
        </p:txBody>
      </p:sp>
      <p:pic>
        <p:nvPicPr>
          <p:cNvPr id="7" name="Picture 6" descr="hainan_img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335070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675120" y="1188720"/>
            <a:ext cx="5394960" cy="4023360"/>
          </a:xfrm>
          <a:prstGeom prst="rect">
            <a:avLst/>
          </a:prstGeom>
          <a:noFill/>
          <a:ln w="381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上午：蜈支洲岛一日游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下午：潜水/水上项目体验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傍晚：返回三亚市区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晚上：三亚湾椰梦长廊看日落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住宿：三亚湾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1097280" cy="54864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DAY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t>三亚深度游 | 返程</a:t>
            </a:r>
          </a:p>
        </p:txBody>
      </p:sp>
      <p:pic>
        <p:nvPicPr>
          <p:cNvPr id="7" name="Picture 6" descr="hainan_img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28226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675120" y="1188720"/>
            <a:ext cx="5394960" cy="4023360"/>
          </a:xfrm>
          <a:prstGeom prst="rect">
            <a:avLst/>
          </a:prstGeom>
          <a:noFill/>
          <a:ln w="381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上午：南山文化旅游区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中午：南山素斋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下午：天涯海角或亚龙湾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傍晚：根据航班时间前往机场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212121"/>
                </a:solidFill>
              </a:defRPr>
            </a:pPr>
            <a:r>
              <a:t>▸ 结束愉快的海南之旅！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5722"/>
                </a:solidFill>
              </a:defRPr>
            </a:pPr>
            <a:r>
              <a:t>🍜 必吃美食清单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🍽️ 文昌鸡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海南四大名菜之首  |  📍 文昌、海口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🍽️ 加积鸭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皮薄肉嫩  |  📍 琼海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🍽️ 东山羊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无膻味，肉质鲜美  |  📍 万宁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🍽️ 和乐蟹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膏满肉肥  |  📍 万宁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1887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🍽️ 海南粉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645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早餐首选  |  📍 全岛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68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🍽️ 清补凉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926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消暑甜品  |  📍 全岛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74903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🍽️ 椰子鸡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206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清甜养生  |  📍 三亚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029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🍽️ 海鲜大餐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4864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现买现做  |  📍 三亚第一市场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9688"/>
                </a:solidFill>
              </a:defRPr>
            </a:pPr>
            <a:r>
              <a:t>💡 实用出行贴士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800"/>
                </a:solidFill>
              </a:defRPr>
            </a:pPr>
            <a:r>
              <a:t>🌤️ 最佳旅行时间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• 11月-次年3月：气候最舒适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• 避寒首选，阳光充足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• 避开春节、国庆高峰期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18872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88"/>
                </a:solidFill>
              </a:defRPr>
            </a:pPr>
            <a:r>
              <a:t>🚗 交通建议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• 飞机：海口/三亚机场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3774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• 高铁：环岛高铁2小时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9260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• 自驾：最推荐！风景绝美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18872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🎒 必备物品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8288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• 防晒霜 SPF50+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3774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• 墨镜、遮阳帽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9260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• 泳衣、沙滩鞋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4747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• 肠胃药（备用）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121"/>
                </a:solidFill>
              </a:defRPr>
            </a:pPr>
            <a:r>
              <a:t>💰 预算参考（人均7天）</a:t>
            </a:r>
          </a:p>
          <a:p>
            <a:pPr>
              <a:spcBef>
                <a:spcPts val="1000"/>
              </a:spcBef>
            </a:pPr>
          </a:p>
          <a:p>
            <a:pPr>
              <a:spcBef>
                <a:spcPts val="600"/>
              </a:spcBef>
              <a:defRPr sz="1600">
                <a:solidFill>
                  <a:srgbClr val="009688"/>
                </a:solidFill>
              </a:defRPr>
            </a:pPr>
            <a:r>
              <a:t>经济型: 3000-4000元</a:t>
            </a:r>
          </a:p>
          <a:p>
            <a:pPr>
              <a:spcBef>
                <a:spcPts val="600"/>
              </a:spcBef>
              <a:defRPr sz="1600">
                <a:solidFill>
                  <a:srgbClr val="FF9800"/>
                </a:solidFill>
              </a:defRPr>
            </a:pPr>
            <a:r>
              <a:t>舒适型: 5000-7000元</a:t>
            </a:r>
          </a:p>
          <a:p>
            <a:pPr>
              <a:spcBef>
                <a:spcPts val="600"/>
              </a:spcBef>
              <a:defRPr sz="1600">
                <a:solidFill>
                  <a:srgbClr val="FF5722"/>
                </a:solidFill>
              </a:defRPr>
            </a:pPr>
            <a:r>
              <a:t>豪华型: 8000元以上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F9800">
              <a:lumMod val="80000"/>
              <a:lumOff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FF5722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🌴 海南，等你来！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阳光、沙滩、美食，开启你的热带之旅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